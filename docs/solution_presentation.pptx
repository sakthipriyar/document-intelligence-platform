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ument-intelligence-platform-kace.onrender.com/api/v1/health" TargetMode="External"/><Relationship Id="rId3" Type="http://schemas.openxmlformats.org/officeDocument/2006/relationships/hyperlink" Target="https://document-intelligence-platform-kace.onrender.com/" TargetMode="External"/><Relationship Id="rId4" Type="http://schemas.openxmlformats.org/officeDocument/2006/relationships/hyperlink" Target="https://github.com/SakthiPriyaR/document-intelligence-platform" TargetMode="External"/><Relationship Id="rId5" Type="http://schemas.openxmlformats.org/officeDocument/2006/relationships/hyperlink" Target="https://github.com/SakthiPriyaR/document-intelligence-platform/blob/main/docs/solution_presentation.pptx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68680"/>
            <a:ext cx="118872" cy="3913632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932688"/>
            <a:ext cx="5943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B9E1D6"/>
                </a:solidFill>
                <a:latin typeface="Aptos"/>
              </a:rPr>
              <a:t>AI ENGINEER INTERNSHIP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81328"/>
            <a:ext cx="804672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Document Intelligence
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3127248"/>
            <a:ext cx="77724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D8EAE5"/>
                </a:solidFill>
                <a:latin typeface="Aptos"/>
              </a:rPr>
              <a:t>End-to-end extraction, validation and reconciliation for financial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4736592"/>
            <a:ext cx="14630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A9C4BE"/>
                </a:solidFill>
                <a:latin typeface="Aptos"/>
              </a:rPr>
              <a:t>Live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5001768"/>
            <a:ext cx="5943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document-intelligence-platform-kace.onrender.com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5998464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9C4BE"/>
                </a:solidFill>
                <a:latin typeface="Aptos"/>
              </a:rPr>
              <a:t>FastAPI  |  Gemini vision  |  Evidence-backed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5998464"/>
            <a:ext cx="640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B9E1D6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CASE-STUDY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Objective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02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72768"/>
            <a:ext cx="103327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A reviewable pipeline for turning mixed financial documents into traceable, validated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1508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4 document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Invoice, balance sheet, profit and loss, and cash-flow statement.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2148840"/>
            <a:ext cx="54864" cy="150876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Safe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PDF, JPG/JPEG and PNG; validated from bytes with a three-page limit.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2148840"/>
            <a:ext cx="54864" cy="1508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Traceable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Fields, table values, source snippets and page evidence.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89136" y="2148840"/>
            <a:ext cx="54864" cy="150876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Arithmetic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Document-type formulas with tolerance and explicit statuses.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24528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Design principles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590288"/>
            <a:ext cx="10241280" cy="1417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Do not hallucinate: absent or unreadable values stay null.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Reject invalid files before OCR or paid AI work.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Keep asynchronous processing visible to the user.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Expose the same structured result through the dashboard and 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MODULAR 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03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72768"/>
            <a:ext cx="6629400" cy="4269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Request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03120"/>
            <a:ext cx="3886200" cy="24231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Browser dashboard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FastAPI REST API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validation and OCR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Gemini vision extraction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financial validation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repository and database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dashboard / API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Service 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02352"/>
            <a:ext cx="3840480" cy="1051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document_validation_service.py</a:t>
            </a:r>
          </a:p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ocr_service.py and extraction_service.py</a:t>
            </a:r>
          </a:p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financial_validation_service.py</a:t>
            </a:r>
          </a:p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document_repository.py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BEFORE THE AI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Validation, OCR and input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04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14173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1. Validate bytes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1089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Detect file signatures, MIME/type, integrity, readability, page count and size.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69164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691640"/>
            <a:ext cx="54864" cy="141732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2. Extract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12848"/>
            <a:ext cx="31089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Use PDF text when available; rasterize scanned pages with PyMuPDF and Tesseract.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69164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3" y="1691640"/>
            <a:ext cx="54864" cy="14173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3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3. Preserve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212848"/>
            <a:ext cx="31089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Normalize page-tagged text and images so every field can point back to a page.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A84232"/>
                </a:solidFill>
                <a:latin typeface="Aptos"/>
              </a:rPr>
              <a:t>Rejected early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096512"/>
            <a:ext cx="4983480" cy="13898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Unsupported extensions or content types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Empty, corrupt or unreadable files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Documents above 15 MB or more than 3 pages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Invalid PDF/image content before OCR begins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730752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Supported upload contract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096512"/>
            <a:ext cx="4709160" cy="14630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PDF  |  JPG / JPEG  |  PNG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Maximum 3 pages  |  Maximum 15 MB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Processing states: PROCESSING -&gt; PASS / FAILED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Page number and source snippet per extracted field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CURRENT GEMINI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Evidence-backed AI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05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4241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The model is used for reading and structuring the document, not for inventing accounting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4290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Structured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310896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google-genai SDK with a stable extracted_data envelope, line items, evidence and confidence.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290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2148840"/>
            <a:ext cx="54864" cy="196596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3134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Vision + text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70048"/>
            <a:ext cx="310896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Normalized page images plus page-tagged OCR/text are supplied for layout-aware extraction.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2148840"/>
            <a:ext cx="34290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2148840"/>
            <a:ext cx="54864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3" y="23134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Resilient responses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2670048"/>
            <a:ext cx="310896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Handles current response variants, empty output, JSON fences, retry and model fallback.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90288"/>
            <a:ext cx="1371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Guardrails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937760"/>
            <a:ext cx="10287000" cy="1051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Missing or unreadable values return null.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Evidence includes source_text and page_number.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Comparative periods use explicit field__period keys.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Runtime key is configured through GEMINI_API_KEY and never committed.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TRANSPARENT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Financial validation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06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Each check records its operands, formula, calculated value, reported value, variance and status.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6583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Invoice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subtotal + tax - discount = total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53512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953512"/>
            <a:ext cx="54864" cy="658368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118104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Balance sheet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474720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liabilities + equity = assets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58184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58184"/>
            <a:ext cx="54864" cy="6583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922776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Profit and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279392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revenue - cost of sales = gross profit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62856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562856"/>
            <a:ext cx="54864" cy="658368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727448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Cash 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5084064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operating + investing + financing + FX = net 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96128"/>
            <a:ext cx="16002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Status 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5596128"/>
            <a:ext cx="92354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102C32"/>
                </a:solidFill>
                <a:latin typeface="Aptos"/>
              </a:rPr>
              <a:t>PASS within rounding tolerance  |  FAIL when operands disagree  |  NOT_APPLICABLE when inputs are missing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REVIEWABLE BY A HUMAN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Product experience and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07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2900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187451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Ledger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108960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Responsive upload workflow, search, filters, statistics and refresh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691640"/>
            <a:ext cx="342900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691640"/>
            <a:ext cx="54864" cy="1874519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Document workspace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12848"/>
            <a:ext cx="3108960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Centered detail view with Fields, Validation and Raw JSON tabs; missing and low-confidence values are marked.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691640"/>
            <a:ext cx="342900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3" y="1691640"/>
            <a:ext cx="54864" cy="187451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3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Async visibility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212848"/>
            <a:ext cx="3108960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POST returns a processing record; the browser polls until PASS or FAILED and shows the exact failure.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69080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Mandatory endpoints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34840"/>
            <a:ext cx="5760720" cy="1417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POST  /api/v1/documents/process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/api/v1/documents/{document_name}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/api/v1/documents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/api/v1/health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/docs  and  /redoc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1583" y="40690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One response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4434840"/>
            <a:ext cx="3310128" cy="11704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02C32"/>
                </a:solidFill>
                <a:latin typeface="Aptos"/>
              </a:rPr>
              <a:t>The API and UI share the same persisted document, extracted fields, line items, validation checks and raw JSON.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EVIDENCE OF COMPLETION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Verification and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08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46888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892807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F766E"/>
                </a:solidFill>
                <a:latin typeface="Apto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359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AUTOMATED TESTS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737360"/>
            <a:ext cx="246888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892807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C48A38"/>
                </a:solidFill>
                <a:latin typeface="Aptos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359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LIVE FIELDS EXTRACTED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6888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892807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F766E"/>
                </a:solidFill>
                <a:latin typeface="Aptos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359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LIVE LINE ITEMS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1737360"/>
            <a:ext cx="2651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4272" y="1892807"/>
            <a:ext cx="2377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C48A38"/>
                </a:solidFill>
                <a:latin typeface="Aptos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4272" y="2359152"/>
            <a:ext cx="23774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FRESH LIVE INVOICE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Deployment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611880"/>
            <a:ext cx="6629400" cy="187451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Public Render frontend is live.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/api/v1/health reports service status and Gemini configuration.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Swagger/OpenAPI is available at /docs.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Fresh live invoice verification returned file validation PASS and processing PASS.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Sample JSON fixtures cover all four document types and failure paths.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246120"/>
            <a:ext cx="1371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611880"/>
            <a:ext cx="2743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2C32"/>
                </a:solidFill>
                <a:latin typeface="Aptos"/>
              </a:rPr>
              <a:t>github.com/SakthiPriyaR/
document-intelligence-platform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645152"/>
            <a:ext cx="2743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No secrets committed; runtime key is supplied by the deployment environment.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READY TO SUBMIT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Deployment and submission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09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Use these live links in the internship submission form and during your presentation.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52120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84831"/>
            <a:ext cx="54864" cy="1143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249424"/>
            <a:ext cx="4892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Deployed Backend API (health)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06039"/>
            <a:ext cx="48920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6767A"/>
                </a:solidFill>
                <a:latin typeface="Aptos"/>
              </a:rPr>
              <a:t>https://document-intelligence-platform-kace.onrender.com/api/v1/health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98064"/>
            <a:ext cx="2560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ptos"/>
                <a:hlinkClick r:id="rId2"/>
              </a:rPr>
              <a:t>Open working API endpoint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2084831"/>
            <a:ext cx="5376672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084831"/>
            <a:ext cx="54864" cy="114300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2249424"/>
            <a:ext cx="50566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Deployed Frontend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606039"/>
            <a:ext cx="5056632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6767A"/>
                </a:solidFill>
                <a:latin typeface="Aptos"/>
              </a:rPr>
              <a:t>https://document-intelligence-platform-kace.onrender.com/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798064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ptos"/>
                <a:hlinkClick r:id="rId3"/>
              </a:rPr>
              <a:t>Open live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56432"/>
            <a:ext cx="52120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56432"/>
            <a:ext cx="54864" cy="1143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621024"/>
            <a:ext cx="4892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Deployment platform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977639"/>
            <a:ext cx="48920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Render - Docker web service on the Free plan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456432"/>
            <a:ext cx="5376672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3456432"/>
            <a:ext cx="54864" cy="114300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3621024"/>
            <a:ext cx="50566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Public GitHub repository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977639"/>
            <a:ext cx="5056632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6767A"/>
                </a:solidFill>
                <a:latin typeface="Aptos"/>
              </a:rPr>
              <a:t>github.com/SakthiPriyaR/document-intelligence-platform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4169663"/>
            <a:ext cx="2560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ptos"/>
                <a:hlinkClick r:id="rId4"/>
              </a:rPr>
              <a:t>Open public repository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48072"/>
            <a:ext cx="13716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PPT sharing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504688"/>
            <a:ext cx="4206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Aptos"/>
                <a:hlinkClick r:id="rId5"/>
              </a:rPr>
              <a:t>Download the version-controlled PPTX from GitHub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413248"/>
            <a:ext cx="60807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102C32"/>
                </a:solidFill>
                <a:latin typeface="Aptos"/>
              </a:rPr>
              <a:t>Google Drive submission: upload this PPTX to your Drive, set General access to 'Anyone with the link - Viewer', then paste that share URL into the 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WHAT CHANGES BEYOND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Limitations and production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10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The evaluation deployment is intentionally small; the seams for production hardening are explicit.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1663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2423160"/>
          </a:xfrm>
          <a:prstGeom prst="rect">
            <a:avLst/>
          </a:prstGeom>
          <a:solidFill>
            <a:srgbClr val="A84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Current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4846320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Render Free local SQLite storage is ephemeral.
No authentication or rate limiting.
Large dense documents may need chunked extraction.
Model confidence is not independently calibrated.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148840"/>
            <a:ext cx="53949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2148840"/>
            <a:ext cx="54864" cy="24231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313432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Production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074920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Managed Postgres and object storage.
Durable worker queue and observability.
Authentication, tenant isolation and quotas.
Golden-document evaluations and reconciliation expansion.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3892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C48A38"/>
                </a:solidFill>
                <a:latin typeface="Aptos"/>
              </a:rPr>
              <a:t>Important distinction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486400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02C32"/>
                </a:solidFill>
                <a:latin typeface="Aptos"/>
              </a:rPr>
              <a:t>The current live extraction flow works; durable history requires a persistent database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TRANSPARENT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AI usage and submission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11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2971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56232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AI usage declaration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4846320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An AI coding assistant supported the initial scaffold, service boundaries, validation engine, frontend, tests, documentation and this presentation.
The source was reviewed and locally test-verified. Gemini is used at runtime only for evidence-backed field extraction after explicit configuration.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91640"/>
            <a:ext cx="5394960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54864" cy="297180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56232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Included in the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12848"/>
            <a:ext cx="5074920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Public GitHub source
Live frontend, API and Swagger
README with setup and limitations
Architecture source plus PNG/PDF exports
This solution presentation in PPTX/PDF/Markdown
Sample fixtures and automated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21808"/>
            <a:ext cx="21945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F766E"/>
                </a:solidFill>
                <a:latin typeface="Aptos"/>
              </a:rPr>
              <a:t>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06440"/>
            <a:ext cx="69494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102C32"/>
                </a:solidFill>
                <a:latin typeface="Aptos"/>
              </a:rPr>
              <a:t>Live app: document-intelligence-platform-kace.onrender.com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SIX-MINUTE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How to present the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12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72768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82495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00200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Open the live Ledger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600200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State the problem: financial documents are unstructured and hard to review.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377440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87168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04872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Choose a document type and 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404872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Point out PDF/JPG/PNG support, page limit and validation before AI.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182112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09544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Explain the processing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09544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Validation -&gt; OCR -&gt; Gemini extraction -&gt; financial reconciliation -&gt; persisted result.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3986784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096512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014216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Open the processed 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014216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Show fields, evidence, line items, validation checks and raw JSON.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91456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01184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818888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Close with 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4818888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Mention live deployment, API docs, 25 tests, known limits and the production roadmap.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806440"/>
            <a:ext cx="98755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48A38"/>
                </a:solidFill>
                <a:latin typeface="Aptos"/>
              </a:rPr>
              <a:t>Tip: do the upload before your interview starts so the completed record is already available to open.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